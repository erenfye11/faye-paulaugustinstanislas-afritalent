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Freelances &amp; Entreprises Tech en Afrique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FAYE Paul Augustin Stanislas  •  Projet S2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743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017520" y="365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Contexte &amp; Objectif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8229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Choix de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280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Architecture du projet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Points techniques 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Bootstrap &amp; CSS avancé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6517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GitHub &amp; Déploiement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31089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Difficultés &amp; Solutions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5661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Ressources utilisées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40233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Démonstration live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17520" y="448056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vitrine complet d'une plateforme fictive de mise en relation entre freelances tech et entreprises en Afrique.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 : Développeurs, Designers, Marketeurs cherchant des missions ou des talents.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3F4F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clés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2 500+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766560" y="1920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800+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12 000+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réalisées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66560" y="3977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complètes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de couleurs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716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Primaire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13716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#1E40AF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Secondaire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1645920"/>
            <a:ext cx="13716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1645920"/>
            <a:ext cx="1371600" cy="6400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#111827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1645920"/>
            <a:ext cx="1371600" cy="6400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#F3F4F6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— Titres (Bold 700/800)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Corps de texte (Regular 400)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188720"/>
            <a:ext cx="365760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1371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Awwwards.com — Design web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Dribbble — UI/UX moderne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Bento Grid — Disposition asymétrique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1208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Tendances : Dark mode, animations CSS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Arborescence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FAYE-PaulAugustinStanislas-Afritalent/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index.html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freelances.html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tarifs.html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about.html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contact.html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📁 css/ → style.css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📁 js/ → main.js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📁 images/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📁 docs/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📄 README.md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Pages HTML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393192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459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Hero, Bento, Catégories, Témoignages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2258568"/>
            <a:ext cx="3931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3042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3042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— 9 profils + filtrage 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916936"/>
            <a:ext cx="393192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9626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96265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tarifaires + FAQ accordion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575304"/>
            <a:ext cx="3931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6210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62102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Équipe, valeurs, chiffres clés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4233672"/>
            <a:ext cx="3931920" cy="5669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279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4279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+ validation JS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Dark Mode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classe .dark sur body + localStorage pour persistance entre pages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Compteurs animés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détecte l'entrée en viewport → incrémente de 0 à cible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401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data-categorie sur chaque carte → display:none/block selon bouton actif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9319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77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3159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+ longueur message + messages d'erreur personnalisés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Navbar scroll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5727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window.scrollY &gt; 50 → changement couleur navbar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031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Bouton top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scrollY &gt; 300 → affiche bouton, scrollTo({top:0, behavior:'smooth'})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206240" cy="77724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Fade-in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4015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+ classe .visible → transition opacity + translateY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&amp; CSS Avancé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Bootstrap utilisés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Navbar responsive (navbar-expand-lg)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Cards (profils freelances, tarifs)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0545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Carousel (témoignages)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8094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Accordion (FAQ tarifs)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Grid system (col-lg-4, col-md-6)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Buttons &amp; Forms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34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6 variables CSS dans :root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671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Bento Grid (CSS Grid asymétrique)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6426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Animations fade-in (IntersectionObserver)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1181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Transitions hover (transform, box-shadow)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5935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Media queries (375px, 768px, 1200px+)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40690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Dark mode (.dark sur body)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 — Planning respecté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création dépôt, arborescence HTML de base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58568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3042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complète des 5 pages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916936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962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62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variables, typographie, layout général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75304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6210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621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hover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233672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2793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mobile/tablette, media queries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6459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dynamique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258568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3042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304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compteurs animés, animations fade-in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16936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9626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49240" y="29626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filtrage freelances, validation formulaire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6210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36210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: corrections, commentaires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233672"/>
            <a:ext cx="502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427939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: GitHub Pages + README + PowerPoint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https://erenfye11.github.io/FAYE-PaulAugustinStanislas-Afritalent/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Solutions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68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CSS ne s'appliquait pas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Problème de structure HTML : balise &lt;main&gt; fermée trop tôt, section hero en dehors. Correction de l'imbrication des balises.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8595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210312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localStorage bloqué par Edge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Tracking Prevention d'Edge bloquait l'accès. Solution : utilisation de Live Server + simplification du dark mode sans localStorage.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06324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Bouton dark mode ne fonctionnait pas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538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 JS s'exécutait avant le chargement du DOM. Correction : envelopper tout le code dans DOMContentLoaded.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859536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402336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Git : 'No configured push destination'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Dépôt GitHub non lié. Solution : git remote add origin + git push -u origin main.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HTML5, CSS3, JavaScript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developer.mozilla.org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Docs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Composants, grille, utilitaires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172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getbootstrap.com/docs/5.3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Polices Poppins &amp; Inter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fonts.google.com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88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2801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Icônes du projet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icons.getbootstrap.com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880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HTML sans erreurs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729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749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Flexbox et Grid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css-tricks.com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1371600"/>
            <a:ext cx="36576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 guidée du site AfriTalent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https://erenfye11.github.io/FAYE-PaulAugustinStanislas-Afritalent/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HTML5 sémantique sur 5 pages complètes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18745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CSS avancé : Bento Grid, variables, responsive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3774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Bootstrap 5 : navbar, cards, carousel, accordion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880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fonctionnalités JavaScript vanilla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commits GitHub avec messages exacts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886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Déploiement GitHub Pages actif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  •  FAYE Paul Augustin Stanislas  • 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</dc:title>
  <dc:subject>PptxGenJS Presentation</dc:subject>
  <dc:creator>FAYE Paul Augustin Stanislas</dc:creator>
  <cp:lastModifiedBy>FAYE Paul Augustin Stanislas</cp:lastModifiedBy>
  <cp:revision>1</cp:revision>
  <dcterms:created xsi:type="dcterms:W3CDTF">2026-04-18T01:05:36Z</dcterms:created>
  <dcterms:modified xsi:type="dcterms:W3CDTF">2026-04-18T01:05:36Z</dcterms:modified>
</cp:coreProperties>
</file>